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Amazon fashion 合作申请提案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CF 今年大事件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毕业季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中法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 时装周+设计师联名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 品牌大使（时尚面孔/时装周延续性）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未来事件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合作关键词 年轻化 时尚度</a:t>
            </a:r>
            <a:endParaRPr lang="zh-CN" altLang="en-US"/>
          </a:p>
          <a:p>
            <a:r>
              <a:rPr lang="zh-CN" altLang="en-US"/>
              <a:t>Exclusive 概念+PR 合作+BRAND ACTIVATION 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EXCLUSIVE单品合作列出系列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春夏SHOWROOM--马里布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时装周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PR类合作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合作点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以EXCLUSIVE 品为核心--西装系列；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衬衫系列套头毛衣---给几个视觉好的CASE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结合事件进行资源组合--PR宣传资源；BRAND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Activation 流量灌入；时尚资源组合--超模 代言人 流量明星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.PINSPARK GENZ视觉参考 销售成长性 时尚性 年轻运动场景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JmNTU1Y2MzMjk1YzIwNWYzNTBmOWI5NjE5MmQyNT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WPS 演示</Application>
  <PresentationFormat>宽屏</PresentationFormat>
  <Paragraphs>37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8226982979</cp:lastModifiedBy>
  <cp:revision>3</cp:revision>
  <dcterms:created xsi:type="dcterms:W3CDTF">2023-08-09T12:44:00Z</dcterms:created>
  <dcterms:modified xsi:type="dcterms:W3CDTF">2024-10-23T10:16:34Z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